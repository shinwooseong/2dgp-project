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1" r:id="rId2"/>
    <p:sldId id="260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258BB-B695-48E6-BDB6-E398E2142CA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C99760-B15B-4F99-9B42-681FC1D81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918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C58301-AE83-3CB7-F4D4-8E4CF2139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ECB7FB-531A-5FA3-3D40-DFD3F526F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86E828-8B85-6D1C-379D-2C90FA1FA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962D2-665B-4F40-959C-E82FB17359DA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4A1627-EA4B-9FD8-93F6-499423BF0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975FF1-4FB1-7793-9CC5-164C4CE9C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9A8-F385-4AE2-9821-C5ADF50FC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879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0C1FB5-E46E-A9FC-39F5-61264A0A4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83B3BF-BC10-8BF3-4992-3168FEC43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E58728-244F-6AC3-C0C5-40822521B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962D2-665B-4F40-959C-E82FB17359DA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BA94B2-48BD-2AFD-3A1B-5C24F56E9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2C6358-F35C-922F-5E68-C15273D82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9A8-F385-4AE2-9821-C5ADF50FC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9568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FB0302-B0EA-22B7-F813-594D9B1BC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87F8FE-39B5-41A6-6B3E-DA9430BAA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43AEB8-F4F1-787B-5F13-EFF6DDA93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962D2-665B-4F40-959C-E82FB17359DA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190CBD-2D31-3A6E-A57B-5E3D9853E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17116D-44EB-D0E3-4AE2-367F6F7A5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9A8-F385-4AE2-9821-C5ADF50FC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0308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5AAE2-0061-7DA5-A75B-32B342840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12D566-EFF7-41A2-B8D3-3CC1EA35CE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F02013-4766-D581-E7DD-52F4EF72B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63CF93-DCCA-77FA-3DC7-3D15D899B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962D2-665B-4F40-959C-E82FB17359DA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E5911D-C001-1AAC-3F42-DA4E2D313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1C14CB-D693-98CD-0893-E13CB188A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9A8-F385-4AE2-9821-C5ADF50FC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860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873DA-F941-802D-074B-906407C98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2C5C20-56E7-8449-C9D9-8AA2BB248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E5D7FD-C5D9-733C-7A94-8280640DE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44167B2-B84A-CA32-4794-950C0AFF8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FD411F3-985A-F111-E913-C92B1B0C1B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BC963D-C5A7-17D4-20B5-60740F26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962D2-665B-4F40-959C-E82FB17359DA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724186D-7B20-C420-4684-4271793ED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2D4A1B2-D9D3-E240-610B-26E90807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9A8-F385-4AE2-9821-C5ADF50FC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32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7C10A-76C0-4FF1-130A-28DAA7282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7DDCCC0-734A-2E77-8A91-4B4ADB0CC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962D2-665B-4F40-959C-E82FB17359DA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AB7F0B-EA46-7BBA-F042-8A0AF93A7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C406F7-0338-AE67-14AA-742EF0E08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9A8-F385-4AE2-9821-C5ADF50FC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758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CFDB9C3-C590-B077-4702-25E42D57D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962D2-665B-4F40-959C-E82FB17359DA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FEA4E4B-09A2-5146-83AC-3629D9E0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3DC7F6-04AA-3A51-23EC-1250568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9A8-F385-4AE2-9821-C5ADF50FC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32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039B8-97B1-9427-37A5-486EB6B5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507E22-C9EA-A52C-0E25-1B2C40BF6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19B1FF-FBE6-DAC8-F775-A51ACB015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2E49C2-F166-CA3B-A3BF-DDC80F98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962D2-665B-4F40-959C-E82FB17359DA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FAB4C2-CCF0-42E0-F33C-A5708CE7B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2458B1-603B-ECF1-D060-EF03F5D0F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9A8-F385-4AE2-9821-C5ADF50FC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28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A3A89-9359-A8C0-69B6-A920FF829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809A201-02F2-9BF4-9D3E-1049BFD983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13B33B-DAB7-0B5D-D685-5FC464D24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A361F8-98D2-6438-4279-8E2F1829E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962D2-665B-4F40-959C-E82FB17359DA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706C3A-E439-2E78-5821-DE030B769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1FBA0C-E8E9-65FE-AD09-5758A5FDA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9A8-F385-4AE2-9821-C5ADF50FC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7691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13C2D-EE99-F623-8AEB-1A27596B0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374F9A-A2DA-FE1D-EE50-9D403E148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3633E3-BF62-CF73-E8AA-502A99082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962D2-665B-4F40-959C-E82FB17359DA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26E8B1-051D-733D-D0AE-ADF89A990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5E078E-6A77-4692-B3F1-AEDD6D48B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9A8-F385-4AE2-9821-C5ADF50FC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647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7735727-813C-D1CF-FDF3-93CCF0B8DD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178A5E-7CE1-3B62-CB29-042BA5743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2528E2-1766-9E62-EF50-2AAA96A98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962D2-665B-4F40-959C-E82FB17359DA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BF603A-BBBD-997C-9D8E-75B1B174C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5CC894-BD41-0B9B-D131-929EFAE73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9A8-F385-4AE2-9821-C5ADF50FC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318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A0E907-F4AB-2A8D-625D-9A1E434F1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465643-290A-5AEA-B4A2-B73055AE8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24D487-7221-3FC5-C2B3-2A54122572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D962D2-665B-4F40-959C-E82FB17359DA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7449E2-43A7-1548-0499-F443A52A07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861875-7A93-F739-F651-A154F4CA23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589A8-F385-4AE2-9821-C5ADF50FC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006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만화 영화, 그래픽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D3ADCF-0882-AD5D-44C7-978FF381E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960" y="1166013"/>
            <a:ext cx="5454926" cy="4440056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95944032-BB10-A5AC-B94A-873CCFD6E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875" y="2675694"/>
            <a:ext cx="8886249" cy="3380674"/>
          </a:xfrm>
        </p:spPr>
        <p:txBody>
          <a:bodyPr>
            <a:noAutofit/>
          </a:bodyPr>
          <a:lstStyle/>
          <a:p>
            <a:pPr algn="ctr"/>
            <a:r>
              <a:rPr lang="en-US" altLang="ko-KR" sz="7200" b="1" dirty="0">
                <a:solidFill>
                  <a:schemeClr val="accent6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2D GP </a:t>
            </a:r>
            <a:r>
              <a:rPr lang="ko-KR" altLang="en-US" sz="7200" b="1" dirty="0">
                <a:solidFill>
                  <a:schemeClr val="accent6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최종 발표</a:t>
            </a:r>
            <a:br>
              <a:rPr lang="en-US" altLang="ko-KR" sz="4800" dirty="0">
                <a:solidFill>
                  <a:schemeClr val="accent6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</a:br>
            <a:br>
              <a:rPr lang="en-US" altLang="ko-KR" sz="4800" dirty="0">
                <a:solidFill>
                  <a:schemeClr val="accent6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</a:br>
            <a:br>
              <a:rPr lang="en-US" altLang="ko-KR" sz="4800" dirty="0">
                <a:solidFill>
                  <a:schemeClr val="accent6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</a:br>
            <a:br>
              <a:rPr lang="en-US" altLang="ko-KR" sz="4800" dirty="0">
                <a:solidFill>
                  <a:schemeClr val="accent6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</a:br>
            <a:br>
              <a:rPr lang="en-US" altLang="ko-KR" sz="4800" dirty="0">
                <a:solidFill>
                  <a:schemeClr val="accent6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</a:br>
            <a:r>
              <a:rPr lang="en-US" altLang="ko-KR" sz="4800" dirty="0">
                <a:solidFill>
                  <a:schemeClr val="accent6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2022184024 </a:t>
            </a:r>
            <a:r>
              <a:rPr lang="ko-KR" altLang="en-US" sz="4800" dirty="0">
                <a:solidFill>
                  <a:schemeClr val="accent6">
                    <a:lumMod val="50000"/>
                  </a:schemeClr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게임공학과 신우성 </a:t>
            </a:r>
          </a:p>
        </p:txBody>
      </p:sp>
    </p:spTree>
    <p:extLst>
      <p:ext uri="{BB962C8B-B14F-4D97-AF65-F5344CB8AC3E}">
        <p14:creationId xmlns:p14="http://schemas.microsoft.com/office/powerpoint/2010/main" val="2716201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B83558-FAB2-74FD-0E38-4190D4694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" y="-313737"/>
            <a:ext cx="3138520" cy="1325563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개발 진척도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8F1BAEE-4C69-0C2B-90B4-E75077ED2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826016"/>
              </p:ext>
            </p:extLst>
          </p:nvPr>
        </p:nvGraphicFramePr>
        <p:xfrm>
          <a:off x="239691" y="634130"/>
          <a:ext cx="11272828" cy="6120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3988">
                  <a:extLst>
                    <a:ext uri="{9D8B030D-6E8A-4147-A177-3AD203B41FA5}">
                      <a16:colId xmlns:a16="http://schemas.microsoft.com/office/drawing/2014/main" val="3168169171"/>
                    </a:ext>
                  </a:extLst>
                </a:gridCol>
                <a:gridCol w="3676010">
                  <a:extLst>
                    <a:ext uri="{9D8B030D-6E8A-4147-A177-3AD203B41FA5}">
                      <a16:colId xmlns:a16="http://schemas.microsoft.com/office/drawing/2014/main" val="3941521009"/>
                    </a:ext>
                  </a:extLst>
                </a:gridCol>
                <a:gridCol w="3404623">
                  <a:extLst>
                    <a:ext uri="{9D8B030D-6E8A-4147-A177-3AD203B41FA5}">
                      <a16:colId xmlns:a16="http://schemas.microsoft.com/office/drawing/2014/main" val="1900779966"/>
                    </a:ext>
                  </a:extLst>
                </a:gridCol>
                <a:gridCol w="2818207">
                  <a:extLst>
                    <a:ext uri="{9D8B030D-6E8A-4147-A177-3AD203B41FA5}">
                      <a16:colId xmlns:a16="http://schemas.microsoft.com/office/drawing/2014/main" val="902033393"/>
                    </a:ext>
                  </a:extLst>
                </a:gridCol>
              </a:tblGrid>
              <a:tr h="4173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구현 목표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실제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진척도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156531"/>
                  </a:ext>
                </a:extLst>
              </a:tr>
              <a:tr h="5965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상점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,</a:t>
                      </a: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마을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던전을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모두 구현함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. </a:t>
                      </a: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보스방은 넓게 해서 카메라를 사용하게 구현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.</a:t>
                      </a:r>
                      <a:endParaRPr lang="ko-KR" altLang="en-US" sz="1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100%</a:t>
                      </a:r>
                      <a:endParaRPr lang="ko-KR" altLang="en-US" sz="1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71670"/>
                  </a:ext>
                </a:extLst>
              </a:tr>
              <a:tr h="4942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캐릭터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캐릭터 총 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3</a:t>
                      </a: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개 목표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캐릭터 총 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2</a:t>
                      </a: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개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80%</a:t>
                      </a:r>
                      <a:endParaRPr lang="ko-KR" altLang="en-US" sz="1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170001"/>
                  </a:ext>
                </a:extLst>
              </a:tr>
              <a:tr h="5116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몬스터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몬스터 종류 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4</a:t>
                      </a: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종류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몬스터 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3</a:t>
                      </a: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종류 구현함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. </a:t>
                      </a:r>
                      <a:endParaRPr lang="ko-KR" altLang="en-US" sz="1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75%</a:t>
                      </a:r>
                      <a:endParaRPr lang="ko-KR" altLang="en-US" sz="1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014317"/>
                  </a:ext>
                </a:extLst>
              </a:tr>
              <a:tr h="10671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보스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보스는 움직이고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, </a:t>
                      </a:r>
                      <a:r>
                        <a:rPr lang="ko-KR" altLang="en-US" sz="1400" dirty="0" err="1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잔몹들을</a:t>
                      </a: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 잡아 보스를 약화시켜서 죽이는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보스는 </a:t>
                      </a:r>
                      <a:r>
                        <a:rPr lang="ko-KR" altLang="en-US" sz="1400" dirty="0" err="1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움직이지않고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꿀을 다 먹어야만 기절이 되고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, </a:t>
                      </a:r>
                      <a:r>
                        <a:rPr lang="ko-KR" altLang="en-US" sz="1400" dirty="0" err="1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그떄</a:t>
                      </a: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 공격이 가능하게 하는 방식으로 수정</a:t>
                      </a:r>
                      <a:endParaRPr lang="en-US" altLang="ko-KR" sz="1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  <a:p>
                      <a:pPr algn="just" latinLnBrk="1"/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Hp</a:t>
                      </a: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 패턴에 따른 공격 패턴 추가</a:t>
                      </a:r>
                      <a:endParaRPr lang="en-US" altLang="ko-KR" sz="1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  <a:p>
                      <a:pPr algn="just" latinLnBrk="1"/>
                      <a:endParaRPr lang="ko-KR" altLang="en-US" sz="1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100%</a:t>
                      </a:r>
                      <a:endParaRPr lang="ko-KR" altLang="en-US" sz="1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834859"/>
                  </a:ext>
                </a:extLst>
              </a:tr>
              <a:tr h="4996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사운드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각 배경별 </a:t>
                      </a:r>
                      <a:r>
                        <a:rPr lang="ko-KR" altLang="en-US" sz="1400" dirty="0" err="1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브금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 </a:t>
                      </a: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및 효과음 설정</a:t>
                      </a:r>
                      <a:endParaRPr lang="en-US" altLang="ko-KR" sz="1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  <a:p>
                      <a:pPr algn="just" latinLnBrk="1"/>
                      <a:endParaRPr lang="ko-KR" altLang="en-US" sz="1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모두 구현함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(</a:t>
                      </a: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사운드가 필요한 부분만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)</a:t>
                      </a:r>
                      <a:endParaRPr lang="ko-KR" altLang="en-US" sz="1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  <a:p>
                      <a:pPr algn="just" latinLnBrk="1"/>
                      <a:endParaRPr lang="ko-KR" altLang="en-US" sz="1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100%</a:t>
                      </a:r>
                    </a:p>
                    <a:p>
                      <a:pPr algn="ctr" latinLnBrk="1"/>
                      <a:endParaRPr lang="ko-KR" altLang="en-US" sz="1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32994"/>
                  </a:ext>
                </a:extLst>
              </a:tr>
              <a:tr h="6739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NPC</a:t>
                      </a:r>
                      <a:endParaRPr lang="ko-KR" altLang="en-US" sz="1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NPC </a:t>
                      </a: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한명이 모든 것을 처리하게 함</a:t>
                      </a:r>
                      <a:endParaRPr lang="en-US" altLang="ko-KR" sz="1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기능을 </a:t>
                      </a:r>
                      <a:r>
                        <a:rPr lang="ko-KR" altLang="en-US" sz="1400" dirty="0" err="1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분화시켜서</a:t>
                      </a: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 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NPC 3</a:t>
                      </a: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종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(</a:t>
                      </a:r>
                      <a:r>
                        <a:rPr lang="ko-KR" altLang="en-US" sz="1400" dirty="0" err="1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포션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,</a:t>
                      </a: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돈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,hp</a:t>
                      </a: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상한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) </a:t>
                      </a: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기능으로 나누어서 만들고 상호작용 가능하게 </a:t>
                      </a:r>
                      <a:r>
                        <a:rPr lang="ko-KR" altLang="en-US" sz="1400" dirty="0" err="1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만듬</a:t>
                      </a:r>
                      <a:endParaRPr lang="ko-KR" altLang="en-US" sz="1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442132"/>
                  </a:ext>
                </a:extLst>
              </a:tr>
              <a:tr h="846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판매 시스템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전리품마다 개별적으로 </a:t>
                      </a:r>
                      <a:r>
                        <a:rPr lang="ko-KR" altLang="en-US" sz="1400" dirty="0" err="1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판매가능하게</a:t>
                      </a: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 구현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.</a:t>
                      </a:r>
                      <a:endParaRPr lang="ko-KR" altLang="en-US" sz="1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오류로 인해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실패함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.</a:t>
                      </a:r>
                    </a:p>
                    <a:p>
                      <a:pPr algn="just" latinLnBrk="1"/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-&gt; </a:t>
                      </a: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한번에 모든 전리품을 돈으로 교환하는 것으로 교체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512289"/>
                  </a:ext>
                </a:extLst>
              </a:tr>
              <a:tr h="846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UI</a:t>
                      </a:r>
                      <a:endParaRPr lang="ko-KR" altLang="en-US" sz="1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화면에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 UI</a:t>
                      </a: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를 보기 좋게 배치하여 구성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.</a:t>
                      </a:r>
                      <a:endParaRPr lang="ko-KR" altLang="en-US" sz="1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배낭 열면 전리품 개수 및 </a:t>
                      </a:r>
                      <a:r>
                        <a:rPr lang="ko-KR" altLang="en-US" sz="1400" dirty="0" err="1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게임팁</a:t>
                      </a:r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 설명</a:t>
                      </a:r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,</a:t>
                      </a:r>
                    </a:p>
                    <a:p>
                      <a:pPr algn="just" latinLnBrk="1"/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던전 들어가기 전 입장 여부 확인</a:t>
                      </a:r>
                      <a:endParaRPr lang="en-US" altLang="ko-KR" sz="1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  <a:p>
                      <a:pPr algn="just" latinLnBrk="1"/>
                      <a:r>
                        <a:rPr lang="ko-KR" altLang="en-US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등등 구현</a:t>
                      </a:r>
                      <a:endParaRPr lang="en-US" altLang="ko-KR" sz="1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435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3695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텍스트, 스크린샷, 그래픽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A07A4E-732C-FC35-A263-61AD9587A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625" y="187376"/>
            <a:ext cx="7103137" cy="4688070"/>
          </a:xfrm>
          <a:prstGeom prst="rect">
            <a:avLst/>
          </a:prstGeom>
        </p:spPr>
      </p:pic>
      <p:pic>
        <p:nvPicPr>
          <p:cNvPr id="11" name="그림 10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BAF229-F96D-1092-C05E-E6742ED8BB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800" b="-2"/>
          <a:stretch>
            <a:fillRect/>
          </a:stretch>
        </p:blipFill>
        <p:spPr>
          <a:xfrm>
            <a:off x="163782" y="666598"/>
            <a:ext cx="5932218" cy="600402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A55D75F-1211-509C-E4CA-783DB88D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6404" y="5110253"/>
            <a:ext cx="3138520" cy="1325563"/>
          </a:xfrm>
        </p:spPr>
        <p:txBody>
          <a:bodyPr>
            <a:normAutofit/>
          </a:bodyPr>
          <a:lstStyle/>
          <a:p>
            <a:r>
              <a:rPr lang="en-US" altLang="ko-KR" sz="32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GIT COMMIT</a:t>
            </a:r>
            <a:br>
              <a:rPr lang="en-US" altLang="ko-KR" sz="32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</a:br>
            <a:r>
              <a:rPr lang="ko-KR" altLang="en-US" sz="32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통계</a:t>
            </a:r>
          </a:p>
        </p:txBody>
      </p:sp>
    </p:spTree>
    <p:extLst>
      <p:ext uri="{BB962C8B-B14F-4D97-AF65-F5344CB8AC3E}">
        <p14:creationId xmlns:p14="http://schemas.microsoft.com/office/powerpoint/2010/main" val="2266988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195</Words>
  <Application>Microsoft Office PowerPoint</Application>
  <PresentationFormat>와이드스크린</PresentationFormat>
  <Paragraphs>43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마루 부리 굵은</vt:lpstr>
      <vt:lpstr>마루 부리 중간</vt:lpstr>
      <vt:lpstr>맑은 고딕</vt:lpstr>
      <vt:lpstr>Arial</vt:lpstr>
      <vt:lpstr>Office 테마</vt:lpstr>
      <vt:lpstr>2D GP 최종 발표     2022184024 게임공학과 신우성 </vt:lpstr>
      <vt:lpstr>개발 진척도</vt:lpstr>
      <vt:lpstr>GIT COMMIT 통계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sillyday01@gmail.com</dc:creator>
  <cp:lastModifiedBy>sillyday01@gmail.com</cp:lastModifiedBy>
  <cp:revision>10</cp:revision>
  <dcterms:created xsi:type="dcterms:W3CDTF">2025-10-01T09:08:48Z</dcterms:created>
  <dcterms:modified xsi:type="dcterms:W3CDTF">2025-12-10T05:16:30Z</dcterms:modified>
</cp:coreProperties>
</file>