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2" r:id="rId3"/>
    <p:sldId id="263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258BB-B695-48E6-BDB6-E398E2142CA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99760-B15B-4F99-9B42-681FC1D815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91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99760-B15B-4F99-9B42-681FC1D815D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67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58301-AE83-3CB7-F4D4-8E4CF2139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ECB7FB-531A-5FA3-3D40-DFD3F526F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86E828-8B85-6D1C-379D-2C90FA1F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A1627-EA4B-9FD8-93F6-499423BF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75FF1-4FB1-7793-9CC5-164C4CE9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87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C1FB5-E46E-A9FC-39F5-61264A0A4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3B3BF-BC10-8BF3-4992-3168FEC4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58728-244F-6AC3-C0C5-40822521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BA94B2-48BD-2AFD-3A1B-5C24F56E9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2C6358-F35C-922F-5E68-C15273D8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56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B0302-B0EA-22B7-F813-594D9B1B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7F8FE-39B5-41A6-6B3E-DA9430BAA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43AEB8-F4F1-787B-5F13-EFF6DDA9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90CBD-2D31-3A6E-A57B-5E3D9853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17116D-44EB-D0E3-4AE2-367F6F7A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30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5AAE2-0061-7DA5-A75B-32B34284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12D566-EFF7-41A2-B8D3-3CC1EA35C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F02013-4766-D581-E7DD-52F4EF72B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63CF93-DCCA-77FA-3DC7-3D15D899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E5911D-C001-1AAC-3F42-DA4E2D31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1C14CB-D693-98CD-0893-E13CB188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86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873DA-F941-802D-074B-906407C9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2C5C20-56E7-8449-C9D9-8AA2BB248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E5D7FD-C5D9-733C-7A94-8280640DE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4167B2-B84A-CA32-4794-950C0AFF8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D411F3-985A-F111-E913-C92B1B0C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BC963D-C5A7-17D4-20B5-60740F26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24186D-7B20-C420-4684-4271793E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D4A1B2-D9D3-E240-610B-26E90807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32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7C10A-76C0-4FF1-130A-28DAA728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DDCCC0-734A-2E77-8A91-4B4ADB0C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AB7F0B-EA46-7BBA-F042-8A0AF93A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406F7-0338-AE67-14AA-742EF0E0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75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FDB9C3-C590-B077-4702-25E42D57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EA4E4B-09A2-5146-83AC-3629D9E0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3DC7F6-04AA-3A51-23EC-1250568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3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039B8-97B1-9427-37A5-486EB6B5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507E22-C9EA-A52C-0E25-1B2C40BF6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9B1FF-FBE6-DAC8-F775-A51ACB01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2E49C2-F166-CA3B-A3BF-DDC80F98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FAB4C2-CCF0-42E0-F33C-A5708CE7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2458B1-603B-ECF1-D060-EF03F5D0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8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A3A89-9359-A8C0-69B6-A920FF82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09A201-02F2-9BF4-9D3E-1049BFD98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13B33B-DAB7-0B5D-D685-5FC464D24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A361F8-98D2-6438-4279-8E2F1829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706C3A-E439-2E78-5821-DE030B76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1FBA0C-E8E9-65FE-AD09-5758A5FD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69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13C2D-EE99-F623-8AEB-1A27596B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374F9A-A2DA-FE1D-EE50-9D403E148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3633E3-BF62-CF73-E8AA-502A9908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26E8B1-051D-733D-D0AE-ADF89A99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5E078E-6A77-4692-B3F1-AEDD6D48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64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735727-813C-D1CF-FDF3-93CCF0B8D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178A5E-7CE1-3B62-CB29-042BA5743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528E2-1766-9E62-EF50-2AAA96A9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F603A-BBBD-997C-9D8E-75B1B174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CC894-BD41-0B9B-D131-929EFAE7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31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A0E907-F4AB-2A8D-625D-9A1E434F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465643-290A-5AEA-B4A2-B73055AE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24D487-7221-3FC5-C2B3-2A5412257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962D2-665B-4F40-959C-E82FB17359D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7449E2-43A7-1548-0499-F443A52A0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61875-7A93-F739-F651-A154F4CA2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589A8-F385-4AE2-9821-C5ADF50FC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00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23581F0-47C3-D0ED-B9F5-32D3C6A66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7" y="2950877"/>
            <a:ext cx="4655223" cy="37891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09A0831-B1CB-A014-4674-383127CD9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2D </a:t>
            </a:r>
            <a:r>
              <a:rPr lang="ko-KR" altLang="en-US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게임 프로그래밍</a:t>
            </a:r>
            <a:br>
              <a:rPr lang="en-US" altLang="ko-KR">
                <a:latin typeface="마루 부리 굵은" panose="020B0600000101010101" pitchFamily="50" charset="-127"/>
                <a:ea typeface="마루 부리 굵은" panose="020B0600000101010101" pitchFamily="50" charset="-127"/>
              </a:rPr>
            </a:br>
            <a:r>
              <a:rPr lang="en-US" altLang="ko-KR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</a:t>
            </a:r>
            <a:r>
              <a:rPr lang="ko-KR" altLang="en-US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차 발표</a:t>
            </a:r>
            <a:endParaRPr lang="ko-KR" altLang="en-US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BDA948-A11F-0A9F-EBBB-1F0107ACF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6225" y="4297106"/>
            <a:ext cx="9144000" cy="1655762"/>
          </a:xfrm>
        </p:spPr>
        <p:txBody>
          <a:bodyPr/>
          <a:lstStyle/>
          <a:p>
            <a:r>
              <a:rPr lang="en-US" altLang="ko-KR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2022184024 </a:t>
            </a:r>
            <a:r>
              <a:rPr lang="ko-KR" altLang="en-US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게임공학과 신우성</a:t>
            </a:r>
            <a:endParaRPr lang="en-US" altLang="ko-KR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866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0"/>
    </mc:Choice>
    <mc:Fallback xmlns="">
      <p:transition spd="slow" advTm="97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469C-161B-9DC6-520D-49A864623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36E5B-EC79-0B9F-D041-4B3AF2F0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4" y="-225296"/>
            <a:ext cx="7029238" cy="12871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4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개발 계획 및 현재 진행 상황</a:t>
            </a:r>
            <a:endParaRPr lang="ko-KR" altLang="en-US" sz="4000" kern="12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7F9EE3D-3397-C506-77A8-7986BB346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45801"/>
              </p:ext>
            </p:extLst>
          </p:nvPr>
        </p:nvGraphicFramePr>
        <p:xfrm>
          <a:off x="457200" y="896647"/>
          <a:ext cx="11277600" cy="57892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660001528"/>
                    </a:ext>
                  </a:extLst>
                </a:gridCol>
                <a:gridCol w="8072284">
                  <a:extLst>
                    <a:ext uri="{9D8B030D-6E8A-4147-A177-3AD203B41FA5}">
                      <a16:colId xmlns:a16="http://schemas.microsoft.com/office/drawing/2014/main" val="2789683191"/>
                    </a:ext>
                  </a:extLst>
                </a:gridCol>
                <a:gridCol w="2138516">
                  <a:extLst>
                    <a:ext uri="{9D8B030D-6E8A-4147-A177-3AD203B41FA5}">
                      <a16:colId xmlns:a16="http://schemas.microsoft.com/office/drawing/2014/main" val="1635353083"/>
                    </a:ext>
                  </a:extLst>
                </a:gridCol>
              </a:tblGrid>
              <a:tr h="5826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계획 및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880605"/>
                  </a:ext>
                </a:extLst>
              </a:tr>
              <a:tr h="1299109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48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1</a:t>
                      </a:r>
                      <a:endParaRPr lang="ko-KR" altLang="en-US" sz="48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게임 이미지</a:t>
                      </a:r>
                      <a:r>
                        <a:rPr lang="en-US" altLang="ko-KR" b="1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(sprite sheet </a:t>
                      </a:r>
                      <a:r>
                        <a:rPr lang="ko-KR" altLang="en-US" b="1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등</a:t>
                      </a:r>
                      <a:r>
                        <a:rPr lang="en-US" altLang="ko-KR" b="1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) </a:t>
                      </a:r>
                      <a:r>
                        <a:rPr lang="ko-KR" altLang="en-US" b="1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수집 및 </a:t>
                      </a:r>
                      <a:r>
                        <a:rPr lang="ko-KR" altLang="en-US" b="1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기본틀</a:t>
                      </a:r>
                      <a:r>
                        <a:rPr lang="ko-KR" altLang="en-US" b="1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설립</a:t>
                      </a:r>
                      <a:r>
                        <a:rPr lang="en-US" altLang="ko-KR" b="1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</a:t>
                      </a: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모작하는 게임인 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‘Moonlighter’ 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이미지 찾기 실패 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-&gt; 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다른 이미지들로 대체</a:t>
                      </a:r>
                      <a:endParaRPr lang="en-US" altLang="ko-KR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배경이미지는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</a:t>
                      </a:r>
                      <a:r>
                        <a:rPr lang="en-US" altLang="ko-KR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png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수정해서 제작 중이다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</a:t>
                      </a:r>
                      <a:endParaRPr lang="ko-KR" altLang="en-US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80%</a:t>
                      </a:r>
                      <a:endParaRPr lang="ko-KR" altLang="en-US" sz="4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649583"/>
                  </a:ext>
                </a:extLst>
              </a:tr>
              <a:tr h="130927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48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2</a:t>
                      </a:r>
                      <a:endParaRPr lang="ko-KR" altLang="en-US" sz="48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캐릭터의 움직임 및 무기별 공격 구현</a:t>
                      </a:r>
                      <a:endParaRPr lang="en-US" altLang="ko-KR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움직임 구현 성공 </a:t>
                      </a:r>
                      <a:endParaRPr lang="en-US" altLang="ko-KR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C00000"/>
                          </a:solidFill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but, </a:t>
                      </a:r>
                      <a:r>
                        <a:rPr lang="ko-KR" altLang="en-US" dirty="0">
                          <a:solidFill>
                            <a:srgbClr val="C00000"/>
                          </a:solidFill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무기별 공격이 아닌 캐릭터가 변신하는 것으로 구현 변경 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수정사항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)</a:t>
                      </a: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변신 캐릭터 추가 예정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충돌처리 다시 진행할 것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.</a:t>
                      </a:r>
                      <a:endParaRPr lang="ko-KR" altLang="en-US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75%</a:t>
                      </a:r>
                      <a:endParaRPr lang="ko-KR" altLang="en-US" sz="4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02908"/>
                  </a:ext>
                </a:extLst>
              </a:tr>
              <a:tr h="1299109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48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3</a:t>
                      </a:r>
                      <a:endParaRPr lang="ko-KR" altLang="en-US" sz="48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몬스터 구현</a:t>
                      </a:r>
                      <a:r>
                        <a:rPr lang="en-US" altLang="ko-K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(</a:t>
                      </a:r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사망</a:t>
                      </a:r>
                      <a:r>
                        <a:rPr lang="en-US" altLang="ko-K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</a:t>
                      </a:r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공격</a:t>
                      </a:r>
                      <a:r>
                        <a:rPr lang="en-US" altLang="ko-K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</a:t>
                      </a:r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아이템 등</a:t>
                      </a:r>
                      <a:r>
                        <a:rPr lang="en-US" altLang="ko-K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) </a:t>
                      </a:r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및 충돌 처리</a:t>
                      </a:r>
                      <a:endParaRPr lang="en-US" altLang="ko-KR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몬스터 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4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종류 추가할 예정인데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현재 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3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종류만 구현</a:t>
                      </a:r>
                      <a:endParaRPr lang="en-US" altLang="ko-KR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충돌처리 및 이동 시 그림 반대로 그려지게 해야함</a:t>
                      </a:r>
                      <a:endParaRPr lang="en-US" altLang="ko-KR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드랍 아이템도 </a:t>
                      </a:r>
                      <a:r>
                        <a:rPr lang="ko-KR" altLang="en-US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구현해야함</a:t>
                      </a:r>
                      <a:endParaRPr lang="ko-KR" altLang="en-US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60%</a:t>
                      </a:r>
                      <a:endParaRPr lang="ko-KR" altLang="en-US" sz="4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665030"/>
                  </a:ext>
                </a:extLst>
              </a:tr>
              <a:tr h="1299109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48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4</a:t>
                      </a:r>
                      <a:endParaRPr lang="ko-KR" altLang="en-US" sz="48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배경 및 </a:t>
                      </a:r>
                      <a:r>
                        <a:rPr lang="en-US" altLang="ko-K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UI </a:t>
                      </a:r>
                      <a:r>
                        <a:rPr lang="ko-KR" alt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구현</a:t>
                      </a:r>
                      <a:endParaRPr lang="en-US" altLang="ko-KR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배경 찾기 어려움 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-&gt; tiled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로 구현 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-&gt; 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배경 충돌처리 구현 성공</a:t>
                      </a:r>
                      <a:endParaRPr lang="en-US" altLang="ko-KR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  <a:sym typeface="Wingdings" panose="05000000000000000000" pitchFamily="2" charset="2"/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  <a:sym typeface="Wingdings" panose="05000000000000000000" pitchFamily="2" charset="2"/>
                        </a:rPr>
                        <a:t>현재 </a:t>
                      </a:r>
                      <a:r>
                        <a:rPr lang="en-US" altLang="ko-KR" dirty="0" err="1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  <a:sym typeface="Wingdings" panose="05000000000000000000" pitchFamily="2" charset="2"/>
                        </a:rPr>
                        <a:t>shop,dungeon</a:t>
                      </a:r>
                      <a:r>
                        <a:rPr lang="en-US" altLang="ko-KR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  <a:sym typeface="Wingdings" panose="05000000000000000000" pitchFamily="2" charset="2"/>
                        </a:rPr>
                        <a:t> 1 </a:t>
                      </a:r>
                      <a:r>
                        <a:rPr lang="ko-KR" altLang="en-US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  <a:sym typeface="Wingdings" panose="05000000000000000000" pitchFamily="2" charset="2"/>
                        </a:rPr>
                        <a:t>의 배경만 구현 성공</a:t>
                      </a:r>
                      <a:endParaRPr lang="ko-KR" altLang="en-US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>
                          <a:latin typeface="마루 부리 중간" panose="020B0600000101010101" pitchFamily="50" charset="-127"/>
                          <a:ea typeface="마루 부리 중간" panose="020B0600000101010101" pitchFamily="50" charset="-127"/>
                        </a:rPr>
                        <a:t>40%</a:t>
                      </a:r>
                      <a:endParaRPr lang="ko-KR" altLang="en-US" sz="4400" dirty="0">
                        <a:latin typeface="마루 부리 중간" panose="020B0600000101010101" pitchFamily="50" charset="-127"/>
                        <a:ea typeface="마루 부리 중간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45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95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8"/>
    </mc:Choice>
    <mc:Fallback xmlns="">
      <p:transition spd="slow" advTm="418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1774C-69C1-45E0-C7D3-ACED6FD8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3458B-1FDA-57AE-094E-462023D7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4" y="-225296"/>
            <a:ext cx="7029238" cy="12871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4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개발 수정 사항</a:t>
            </a:r>
            <a:endParaRPr lang="ko-KR" altLang="en-US" sz="4000" kern="12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A2E496D-1A57-B522-CAD9-928365FAA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70" y="820713"/>
            <a:ext cx="4825183" cy="20208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원래 계획</a:t>
            </a:r>
            <a:endParaRPr lang="en-US" altLang="ko-KR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5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판매 시스템 구현 </a:t>
            </a:r>
            <a:endParaRPr lang="en-US" altLang="ko-KR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6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NPC 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구현 및 대화 처리</a:t>
            </a:r>
            <a:endParaRPr lang="en-US" altLang="ko-KR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7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보스 구현</a:t>
            </a:r>
            <a:endParaRPr lang="en-US" altLang="ko-KR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8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 </a:t>
            </a: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: 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사운드 구현</a:t>
            </a:r>
            <a:endParaRPr lang="en-US" altLang="ko-KR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9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</a:t>
            </a:r>
            <a:r>
              <a:rPr lang="ko-KR" altLang="en-US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최종 디버깅 및 완성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AEC50A6-2A92-A1A9-D100-4EEFAE7A7127}"/>
              </a:ext>
            </a:extLst>
          </p:cNvPr>
          <p:cNvSpPr txBox="1">
            <a:spLocks/>
          </p:cNvSpPr>
          <p:nvPr/>
        </p:nvSpPr>
        <p:spPr>
          <a:xfrm>
            <a:off x="3736259" y="1061885"/>
            <a:ext cx="8455741" cy="3913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수정된 계획</a:t>
            </a:r>
            <a:endParaRPr lang="en-US" altLang="ko-KR" sz="3200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5</a:t>
            </a:r>
            <a:r>
              <a:rPr lang="ko-KR" altLang="en-US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</a:t>
            </a:r>
            <a:r>
              <a:rPr lang="ko-KR" altLang="en-US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배경 및 </a:t>
            </a:r>
            <a:r>
              <a:rPr lang="en-US" altLang="ko-KR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UI </a:t>
            </a:r>
            <a:r>
              <a:rPr lang="ko-KR" altLang="en-US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처리</a:t>
            </a:r>
            <a:endParaRPr lang="en-US" altLang="ko-KR" sz="3200" dirty="0">
              <a:solidFill>
                <a:srgbClr val="C00000"/>
              </a:solidFill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6</a:t>
            </a:r>
            <a:r>
              <a:rPr lang="ko-KR" altLang="en-US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NPC </a:t>
            </a:r>
            <a:r>
              <a:rPr lang="ko-KR" altLang="en-US" sz="3200" dirty="0">
                <a:solidFill>
                  <a:srgbClr val="C00000"/>
                </a:solidFill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구현 및 대화 처리 및 판매 구현</a:t>
            </a:r>
            <a:endParaRPr lang="en-US" altLang="ko-KR" sz="3200" dirty="0">
              <a:solidFill>
                <a:srgbClr val="C00000"/>
              </a:solidFill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7</a:t>
            </a:r>
            <a:r>
              <a:rPr lang="ko-KR" altLang="en-US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</a:t>
            </a:r>
            <a:r>
              <a:rPr lang="ko-KR" altLang="en-US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보스 구현</a:t>
            </a:r>
            <a:endParaRPr lang="en-US" altLang="ko-KR" sz="3200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8</a:t>
            </a:r>
            <a:r>
              <a:rPr lang="ko-KR" altLang="en-US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 </a:t>
            </a:r>
            <a:r>
              <a:rPr lang="en-US" altLang="ko-KR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: </a:t>
            </a:r>
            <a:r>
              <a:rPr lang="ko-KR" altLang="en-US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사운드 구현</a:t>
            </a:r>
            <a:endParaRPr lang="en-US" altLang="ko-KR" sz="3200" dirty="0">
              <a:latin typeface="마루 부리 중간" panose="020B0600000101010101" pitchFamily="50" charset="-127"/>
              <a:ea typeface="마루 부리 중간" panose="020B060000010101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9</a:t>
            </a:r>
            <a:r>
              <a:rPr lang="ko-KR" altLang="en-US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주차</a:t>
            </a:r>
            <a:r>
              <a:rPr lang="en-US" altLang="ko-KR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 : </a:t>
            </a:r>
            <a:r>
              <a:rPr lang="ko-KR" altLang="en-US" sz="3200" dirty="0">
                <a:latin typeface="마루 부리 중간" panose="020B0600000101010101" pitchFamily="50" charset="-127"/>
                <a:ea typeface="마루 부리 중간" panose="020B0600000101010101" pitchFamily="50" charset="-127"/>
              </a:rPr>
              <a:t>최종 디버깅 및 완성</a:t>
            </a:r>
          </a:p>
        </p:txBody>
      </p:sp>
    </p:spTree>
    <p:extLst>
      <p:ext uri="{BB962C8B-B14F-4D97-AF65-F5344CB8AC3E}">
        <p14:creationId xmlns:p14="http://schemas.microsoft.com/office/powerpoint/2010/main" val="422533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8"/>
    </mc:Choice>
    <mc:Fallback xmlns="">
      <p:transition spd="slow" advTm="418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D2FA-D1FC-65FF-EBC6-DEB931D9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AF2A-D161-BB95-6BB9-8AE5AD0B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98" y="330691"/>
            <a:ext cx="4491096" cy="745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4000" kern="1200" dirty="0" err="1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Githu</a:t>
            </a:r>
            <a:r>
              <a:rPr lang="en-US" altLang="ko-KR" sz="40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b</a:t>
            </a:r>
            <a:r>
              <a:rPr lang="en-US" altLang="ko-KR" sz="4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</a:t>
            </a:r>
            <a:r>
              <a:rPr lang="ko-KR" altLang="en-US" sz="40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커밋</a:t>
            </a:r>
            <a:r>
              <a:rPr lang="ko-KR" altLang="en-US" sz="4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통계</a:t>
            </a:r>
            <a:endParaRPr lang="ko-KR" altLang="en-US" sz="4000" kern="1200" dirty="0">
              <a:solidFill>
                <a:schemeClr val="tx1"/>
              </a:solidFill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8386CF-0237-5D25-83FF-2246DA5D7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50" y="1547033"/>
            <a:ext cx="10038735" cy="482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0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231</Words>
  <Application>Microsoft Office PowerPoint</Application>
  <PresentationFormat>와이드스크린</PresentationFormat>
  <Paragraphs>43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마루 부리 굵은</vt:lpstr>
      <vt:lpstr>마루 부리 중간</vt:lpstr>
      <vt:lpstr>맑은 고딕</vt:lpstr>
      <vt:lpstr>Arial</vt:lpstr>
      <vt:lpstr>Wingdings</vt:lpstr>
      <vt:lpstr>Office 테마</vt:lpstr>
      <vt:lpstr>2D 게임 프로그래밍 2차 발표</vt:lpstr>
      <vt:lpstr>개발 계획 및 현재 진행 상황</vt:lpstr>
      <vt:lpstr>개발 수정 사항</vt:lpstr>
      <vt:lpstr>Github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sillyday01@gmail.com</dc:creator>
  <cp:lastModifiedBy>sillyday01@gmail.com</cp:lastModifiedBy>
  <cp:revision>9</cp:revision>
  <dcterms:created xsi:type="dcterms:W3CDTF">2025-10-01T09:08:48Z</dcterms:created>
  <dcterms:modified xsi:type="dcterms:W3CDTF">2025-11-12T06:57:27Z</dcterms:modified>
</cp:coreProperties>
</file>